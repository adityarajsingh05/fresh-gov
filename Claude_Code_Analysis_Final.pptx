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773C"/>
                </a:solidFill>
                <a:latin typeface="Calibri"/>
              </a:defRPr>
            </a:pPr>
            <a:r>
              <a:t>SPEC-DRIVEN DEVELOPMENT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B0B8CC"/>
                </a:solidFill>
                <a:latin typeface="Calibri"/>
              </a:defRPr>
            </a:pPr>
            <a:r>
              <a:t>AI Agent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A8299"/>
                </a:solidFill>
                <a:latin typeface="Calibri"/>
              </a:defRPr>
            </a:pPr>
            <a:r>
              <a:t>The Autonomous Builder — Best Suited for Brown Field Legacy Migration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035040"/>
            <a:ext cx="12191695" cy="82296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8299"/>
                </a:solidFill>
                <a:latin typeface="Calibri"/>
              </a:defRPr>
            </a:pPr>
            <a:r>
              <a:t>Intuit  •  QBDT → QBO Migration  •  Phase 1 Agent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Claude Code?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C"/>
                </a:solidFill>
                <a:latin typeface="Calibri"/>
              </a:defRPr>
            </a:pPr>
            <a:r>
              <a:t>Claude Code is a terminal-native, agentic AI coding assistant by Anthropic. </a:t>
            </a:r>
            <a:br/>
            <a:r>
              <a:t>Unlike tools that just suggest code, it operates as an autonomous software </a:t>
            </a:r>
            <a:br/>
            <a:r>
              <a:t>engineer — reading codebases, executing commands, writing code, running </a:t>
            </a:r>
            <a:br/>
            <a:r>
              <a:t>tests, and shipping PRs.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Type: Terminal-Native AI Agent       •  Created By: Anthropic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Model: Claude 5 Family (Opus, Sonnet, Fable)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 Context Window: 1 Million Tokens     •  Platforms: CLI • VS Code • JetBrains • Desktop • Web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DEF"/>
                </a:solidFill>
                <a:latin typeface="Calibri"/>
              </a:defRPr>
            </a:pPr>
            <a:r>
              <a:t>PHILOSOPHY: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Intent-Based Workflow — You describe a goal, Claude Code autonomously plans and executes every step to achieve it. It doesn't just assist — it acts.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t>Claude Code Analysis  |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B"/>
                </a:solidFill>
                <a:latin typeface="Calibri"/>
              </a:defRPr>
            </a:pPr>
            <a:r>
              <a:t>KEY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 Key Pros of 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C"/>
                </a:solidFill>
                <a:latin typeface="Calibri"/>
              </a:defRPr>
            </a:pPr>
            <a:r>
              <a:t>What Claude Code uniquely brings to the Spec-Driven Development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01 Deep Codebase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Navigates millions of lines of legacy code, maps dependencies, traces logic 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02 Autonomous Agentic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Reads → Writes → Tests → Commits → Creates PR — full end-to-end without hand-holding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03 Code-Level Safety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Permission Gating, Plan Mode, Checkpoints — critical for money-movement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04 MCP Connectivity (Model Context Protocol)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Universal connector to Jira, GitHub, Databases, Sentry — no custom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05 Internal Task Parallelization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06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Spawns specialized subagents for backend/frontend/DB to work simultaneously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06 CLAUDE.md Project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754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Project-level rules file — encodes Intuit's coding standards for consistent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07 1M Token Context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303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Holds ~750,000 lines of code in a single session — sees the full picture at 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t>Claude Code Analysis  |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  <a:latin typeface="Calibri"/>
              </a:defRPr>
            </a:pPr>
            <a:r>
              <a:t>PRO 1 • CRITICAL FOR BROWN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Deep Codebase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DEF"/>
                </a:solidFill>
                <a:latin typeface="Calibri"/>
              </a:defRPr>
            </a:pPr>
            <a:r>
              <a:t>CAPABILITIES: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Codebase Archaeology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Navigates entire project structures, traces logic flows across millions of lines without a pre-built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Dependency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Identifies outdated, discontinued, or 'fossilized' dependencies and suggests modern replacements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Documentation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383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Reads undocumented legacy code and generates architectural &amp; data-flow documentation automatically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Dead Code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Cross-references code with production patterns to identify unused code accumulated over decades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056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DEF"/>
                </a:solidFill>
                <a:latin typeface="Calibri"/>
              </a:defRPr>
            </a:pPr>
            <a:r>
              <a:t>WHY THIS MATTERS FOR INTUIT: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058400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• QBDT's codebase is decades-old C++ handling sensitive money-movement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• Nobody wants to manually read through millions of lines of legacy code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• Claude Code can ingest the entire legacy codebase and understand its behavior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• Generates documentation from undocumented code — captures lost knowledge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rPr dirty="0"/>
              <a:t>• This is Claude Code's #1 differentiator vs ALL other AI agents</a:t>
            </a:r>
            <a:endParaRPr lang="en-IN" dirty="0"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132272" y="66751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A773C"/>
                </a:solidFill>
                <a:latin typeface="Calibri"/>
              </a:defRPr>
            </a:pPr>
            <a:r>
              <a:t>PRO 2 • THE EXECUTION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Autonomous Agentic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DA7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C"/>
                </a:solidFill>
                <a:latin typeface="Calibri"/>
              </a:defRPr>
            </a:pPr>
            <a:r>
              <a:t>Claude Code doesn't just suggest code — it acts. Full autonomous execution loop: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RECEIVES</a:t>
            </a:r>
            <a:br/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PLANS</a:t>
            </a:r>
            <a:br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READS</a:t>
            </a:r>
            <a:br/>
            <a:r>
              <a:t>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WRITES</a:t>
            </a:r>
            <a:br/>
            <a:r>
              <a:t>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RUNS</a:t>
            </a:r>
            <a:br/>
            <a:r>
              <a:t>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 ITERATES</a:t>
            </a:r>
            <a:br/>
            <a:r>
              <a:t>ON FAILS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A77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01168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9760" y="214884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7. CREATES</a:t>
            </a:r>
            <a:br/>
            <a:r>
              <a:t>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A773C"/>
                </a:solidFill>
                <a:latin typeface="Calibri"/>
              </a:defRPr>
            </a:pPr>
            <a:r>
              <a:t>PIPELINE MAPPING (Corrected):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For Brown Field: Orchestrator → [ Claude Code ] → Test &amp; Validate</a:t>
            </a:r>
            <a:br/>
            <a:r>
              <a:t>For Green Field: Orchestrator → [ Copilot/Cursor ] → Test &amp; Validate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63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8CC"/>
                </a:solidFill>
                <a:latin typeface="Calibri"/>
              </a:defRPr>
            </a:pPr>
            <a:r>
              <a:t>Claude Code is the primary execution engine for BROWN FIELD.</a:t>
            </a:r>
            <a:br/>
            <a:r>
              <a:t>For Green Field scaffolding, Copilot/Cursor are faster.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10698480" cy="640080"/>
          </a:xfrm>
          <a:prstGeom prst="roundRect">
            <a:avLst>
              <a:gd name="adj" fmla="val 5000"/>
            </a:avLst>
          </a:prstGeom>
          <a:solidFill>
            <a:srgbClr val="2D221A"/>
          </a:solidFill>
          <a:ln w="12700">
            <a:solidFill>
              <a:srgbClr val="DA77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💡 "For Brown Field — which is 80% of our QBDT→QBO migration — Claude Code reduces human coding effort to near-zero."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t>Claude Code Analysis  |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B"/>
                </a:solidFill>
                <a:latin typeface="Calibri"/>
              </a:defRPr>
            </a:pPr>
            <a:r>
              <a:t>PRO 3 &amp; PRO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Code-Level Safety Controls &amp; MCP Connectivity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5D"/>
                </a:solidFill>
                <a:latin typeface="Calibri"/>
              </a:defRPr>
            </a:pPr>
            <a:r>
              <a:t>🛡️ CODE-LEVEL SAFETY: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Permission Gating: Pre-approve safe actions (run tests), block risky ones (rm -rf, deploy)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Plan Mode: Agent proposes plan for human review BEFORE making any changes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Checkpoints: Save points during work — rollback if something goes wrong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Lifecycle Hooks: Intercept agent decisions and enforce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8DEF"/>
                </a:solidFill>
                <a:latin typeface="Calibri"/>
              </a:defRPr>
            </a:pPr>
            <a:r>
              <a:t>🔌 MCP — UNIVERSAL CONNECTOR: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Connect to Jira / Rally: Read specs/tickets directly from project management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Connect to GitHub: Auto-create branches, commits, and PRs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Connect to Databases: Query live schema to understand data models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Connect to Sentry: Read production errors to inform bug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99"/>
                </a:solidFill>
                <a:latin typeface="Calibri"/>
              </a:defRPr>
            </a:pPr>
            <a:r>
              <a:t>NOTE: For enterprise-level governance (compliance, audit trails, organizational policies), AWS Kiro provides more comprehensive Agent Hooks and Steering Files. Claude Code handles safety at the code execution level.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t>Claude Code Analysis  |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72CF"/>
                </a:solidFill>
                <a:latin typeface="Calibri"/>
              </a:defRPr>
            </a:pPr>
            <a:r>
              <a:t>PRO 5 &amp; PRO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Internal Task Parallelization &amp; CLAUDE.md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9B72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72CF"/>
                </a:solidFill>
                <a:latin typeface="Calibri"/>
              </a:defRPr>
            </a:pPr>
            <a:r>
              <a:t>🤖 INTERNAL SUBAGENTS: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Supervisor Agent: Analyzes task, breaks into components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Backend Worker: Handles API implementation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Frontend Worker: Handles UI components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Database Worker: Handles migration scripts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Evaluator Agent: Reviews outputs against acceptance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9"/>
                </a:solidFill>
                <a:latin typeface="Calibri"/>
              </a:defRPr>
            </a:pPr>
            <a:r>
              <a:t>All workers run in PARALLEL — dramatically reducing dev time.</a:t>
            </a:r>
            <a:br/>
            <a:br/>
            <a:r>
              <a:t>NOTE: This is INTERNAL parallelization. For PIPELINE-LEVEL orchestration (routing between multiple agents), LangGraph is the right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📄 CLAUDE.md — PROJECT RULES: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2A2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CC"/>
                </a:solidFill>
                <a:latin typeface="Consolas"/>
              </a:defRPr>
            </a:pPr>
            <a:r>
              <a:t># CLAUDE.md</a:t>
            </a:r>
            <a:br/>
            <a:br/>
            <a:r>
              <a:t>## Architecture</a:t>
            </a:r>
            <a:br/>
            <a:r>
              <a:t>Backend: Java Spring Boot</a:t>
            </a:r>
            <a:br/>
            <a:r>
              <a:t>Frontend: React + TS</a:t>
            </a:r>
            <a:br/>
            <a:r>
              <a:t>Database: PostgreSQL</a:t>
            </a:r>
            <a:br/>
            <a:br/>
            <a:r>
              <a:t>## Rules</a:t>
            </a:r>
            <a:br/>
            <a:r>
              <a:t>NEVER modify /src/core/money-movement</a:t>
            </a:r>
            <a:br/>
            <a:r>
              <a:t>All features must include unit + integration tests</a:t>
            </a:r>
            <a:br/>
            <a:r>
              <a:t>Financial calcs must use BigDecimal, NEVER 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663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Ensures consistent AI output every single time — solves PPT's 'Accuracy'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t>Claude Code Analysis  |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B8DEF"/>
                </a:solidFill>
                <a:latin typeface="Calibri"/>
              </a:defRPr>
            </a:pPr>
            <a:r>
              <a:t>PRO 7 • UNIQUE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1M Token Context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8DEF"/>
                </a:solidFill>
                <a:latin typeface="Calibri"/>
              </a:defRPr>
            </a:pPr>
            <a:r>
              <a:t>CAPABILITY: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A1D2E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1,000,000 Tokens = ~750,000 lines of code</a:t>
            </a:r>
            <a:br/>
            <a:r>
              <a:t>Claude Code can hold ENTIRE modules in memory in a single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8DEF"/>
                </a:solidFill>
                <a:latin typeface="Calibri"/>
              </a:defRPr>
            </a:pPr>
            <a:r>
              <a:t>WHAT 1M TOKENS MEANS FOR INTUIT: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QBDT's codebase is MASSIVE — millions of lines of C++ code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Claude Code can load the ENTIRE Invoice module + related services + database schema + test files — all at once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It sees the full picture before making any change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This prevents regressions caused by 'blind spots' where the agent might not know about related code in another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1C273A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💡 "It's the difference between reading one page of a book vs reading the entire book before writing a summary."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t>Claude Code Analysis  |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188720"/>
          </a:xfrm>
          <a:prstGeom prst="roundRect">
            <a:avLst>
              <a:gd name="adj" fmla="val 5000"/>
            </a:avLst>
          </a:prstGeom>
          <a:solidFill>
            <a:srgbClr val="0F11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98B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Claude Code's Role in the Combined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371600" cy="50800"/>
          </a:xfrm>
          <a:prstGeom prst="rect">
            <a:avLst/>
          </a:prstGeom>
          <a:solidFill>
            <a:srgbClr val="4EC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🏗️  PRIMARY BROWN FIELD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Unmatched codebase understanding and legacy migration capability. No other agent can read decades-old C++ and safely modify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⚡  BROWN FIELD EXECUTION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Full autonomous loop: read → write → test → PR. Handles the execution layer after LangGraph routes the task.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📐  LARGE CODEBASE SPECIALIST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1M token context window sees the full picture. Other agents have blind spots — Claude Code sees everything.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8B"/>
                </a:solidFill>
                <a:latin typeface="Calibri"/>
              </a:defRPr>
            </a:pPr>
            <a:r>
              <a:t>🔌  MCP INTEGRATION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C"/>
                </a:solidFill>
                <a:latin typeface="Calibri"/>
              </a:defRPr>
            </a:pPr>
            <a:r>
              <a:t>Connects to Jira, GitHub, databases via open standard. No custom integrations needed for external tool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A2D22"/>
          </a:solidFill>
          <a:ln w="12700">
            <a:solidFill>
              <a:srgbClr val="4EC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8B"/>
                </a:solidFill>
                <a:latin typeface="Calibri"/>
              </a:defRPr>
            </a:pPr>
            <a:r>
              <a:t>HONEST BOTTOM LINE: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"Claude Code is not the best at everything. For Green Field, Copilot is faster. For orchestration, LangGraph is better. For governance, Kiro is more comprehensive. But for Brown Field — which is 80% of our QBDT → QBO migration — Claude Code is irreplaceable. No other agent can match its legacy code understanding and autonomous execution."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6217920"/>
            <a:ext cx="12191695" cy="64008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8299"/>
                </a:solidFill>
                <a:latin typeface="Calibri"/>
              </a:defRPr>
            </a:pPr>
            <a:r>
              <a:rPr dirty="0"/>
              <a:t>Claude Code Analysis  |  Slide </a:t>
            </a:r>
            <a:r>
              <a:rPr lang="en-IN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B8DEF"/>
                </a:solidFill>
                <a:latin typeface="Calibri"/>
              </a:defRPr>
            </a:pPr>
            <a:r>
              <a:t>Claude Code — AI Agent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6035040"/>
            <a:ext cx="12191695" cy="822960"/>
          </a:xfrm>
          <a:prstGeom prst="roundRect">
            <a:avLst>
              <a:gd name="adj" fmla="val 5000"/>
            </a:avLst>
          </a:prstGeom>
          <a:solidFill>
            <a:srgbClr val="131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6172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8299"/>
                </a:solidFill>
                <a:latin typeface="Calibri"/>
              </a:defRPr>
            </a:pPr>
            <a:r>
              <a:t>Spec-Driven Development Framework  •  Intuit  •  Phase 1 Agent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1294</Words>
  <Application>Microsoft Office PowerPoint</Application>
  <PresentationFormat>Widescreen</PresentationFormat>
  <Paragraphs>125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adityaraj singh</cp:lastModifiedBy>
  <cp:revision>2</cp:revision>
  <dcterms:created xsi:type="dcterms:W3CDTF">2013-01-27T09:14:16Z</dcterms:created>
  <dcterms:modified xsi:type="dcterms:W3CDTF">2026-08-11T05:01:49Z</dcterms:modified>
  <cp:category/>
</cp:coreProperties>
</file>